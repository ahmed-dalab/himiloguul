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62" d="100"/>
          <a:sy n="62" d="100"/>
        </p:scale>
        <p:origin x="828" y="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D67B78-EAB3-9842-958B-4DD8D7DDBDF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F3212A4-DD4B-0990-7057-C569EFB02CA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46F5FFB-2DEF-1B71-BCCA-2CF0F2939C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F987BC-7ED9-4DE4-B7E1-1E5F467C48C3}" type="datetimeFigureOut">
              <a:rPr lang="en-US" smtClean="0"/>
              <a:t>11/6/2025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1494FEB-A941-76D7-71FA-72253520C6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434C8FA-B069-A797-314D-659EBDF3C4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4F3E20-5CD4-4703-A7F7-E6E49793E98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3875500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4C0920-5F98-9BF0-93CC-DAE807F9ED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BF5A7CD-F956-2B2F-975D-312FC501376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191679C-4CD5-A829-448F-49BB764474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F987BC-7ED9-4DE4-B7E1-1E5F467C48C3}" type="datetimeFigureOut">
              <a:rPr lang="en-US" smtClean="0"/>
              <a:t>11/6/2025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319589C-2D7D-274B-DBC2-D873B9DEE3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D411ADE-40F8-791E-7620-110AABE481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4F3E20-5CD4-4703-A7F7-E6E49793E98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5382790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855630-C8DC-EFB7-8F29-2725ADE7E2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9FE7F7E-6E1D-3D2F-6EEC-B9DF305D8AF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4FAC7EB-78A8-062B-8C34-E81D4EEA98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F987BC-7ED9-4DE4-B7E1-1E5F467C48C3}" type="datetimeFigureOut">
              <a:rPr lang="en-US" smtClean="0"/>
              <a:t>11/6/2025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A67A3D9-F89D-96C3-91B2-D182DE3167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A253811-3472-E4E4-5424-A0F6DF1CD1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4F3E20-5CD4-4703-A7F7-E6E49793E98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1433617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CA618B-F543-39BE-363E-6756512703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4D25CB7-4058-9355-AC45-3141F8F7FD5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685BD73-7AA3-79E3-41B7-EDCABE17C0E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66A2E71-DDCD-D2C0-4F11-A23E60BA35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F987BC-7ED9-4DE4-B7E1-1E5F467C48C3}" type="datetimeFigureOut">
              <a:rPr lang="en-US" smtClean="0"/>
              <a:t>11/6/2025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83DAF97-292E-1C0B-9613-AA7B2FCA5E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6733E5C-4BD5-26C1-8DE7-D399FD4445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4F3E20-5CD4-4703-A7F7-E6E49793E98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6302194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6C778A-8B80-AE3B-74AE-35A4B9310A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D29FD93-52EF-3B5C-AD92-FC1DAA06278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3D63DF3-504D-2E71-C9E6-009E290B649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233E72F-7729-52E1-A769-6560FAAB96F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4944766-F9AC-0BCA-5342-D511725B87D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1606876-2C9E-EB47-9BE5-C19334BF8A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F987BC-7ED9-4DE4-B7E1-1E5F467C48C3}" type="datetimeFigureOut">
              <a:rPr lang="en-US" smtClean="0"/>
              <a:t>11/6/2025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37CBD8A-5910-05DE-D340-D95D277EA5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4C953BF-8D8A-DCBF-4098-C9690D5D1D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4F3E20-5CD4-4703-A7F7-E6E49793E98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7302378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70B8F9-C2A0-A259-629E-854DD6E4A9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E6C01F8-348A-2D7D-40F7-76D508BD0B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F987BC-7ED9-4DE4-B7E1-1E5F467C48C3}" type="datetimeFigureOut">
              <a:rPr lang="en-US" smtClean="0"/>
              <a:t>11/6/2025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DEED858-EDC3-3BD5-2198-E7D6BD57B3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70DA181-EE28-FFBC-2E7F-9F93141947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4F3E20-5CD4-4703-A7F7-E6E49793E98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4909327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A12CA2F-9731-0543-C889-6B53325CE5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F987BC-7ED9-4DE4-B7E1-1E5F467C48C3}" type="datetimeFigureOut">
              <a:rPr lang="en-US" smtClean="0"/>
              <a:t>11/6/2025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C426BB2-473D-5A0B-3242-47E1B6E2F3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78B55E5-7D14-9913-4952-4BDFBBA9E2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4F3E20-5CD4-4703-A7F7-E6E49793E98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456122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A5F922-F608-DA76-64C0-9E51AD56A5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1EC6878-881B-450A-5219-16322A99D1C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6CBD0A9-EEDB-EFB9-44C2-6C617573ECA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A84287A-125B-4487-CBAB-90C18CB3E6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F987BC-7ED9-4DE4-B7E1-1E5F467C48C3}" type="datetimeFigureOut">
              <a:rPr lang="en-US" smtClean="0"/>
              <a:t>11/6/2025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1743A93-F9DD-32BA-345B-C363A1B43C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368F435-285F-D60E-5283-4CEC585954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4F3E20-5CD4-4703-A7F7-E6E49793E98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795795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100707-EB7E-72B2-3210-AFBFC321DA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F5E2ED6B-72AC-3E2F-0CA8-20084600C99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8E813BB-3C84-CF35-84C1-1BF5A894BBD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D10E263-BD5C-F304-C849-85545DDDE4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F987BC-7ED9-4DE4-B7E1-1E5F467C48C3}" type="datetimeFigureOut">
              <a:rPr lang="en-US" smtClean="0"/>
              <a:t>11/6/2025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16B8C2E-BE03-A4D1-BD8B-103C20037C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B55774C-0DA2-AF8E-47EA-2ACBDD0BA2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4F3E20-5CD4-4703-A7F7-E6E49793E98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6803631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95AC74-F07A-FC0E-E8D5-D17F3B60DC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8AA60BD-6EA3-BAED-A4D0-B04A6372F05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6591891-C92A-027B-D856-0C963F6BF5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F987BC-7ED9-4DE4-B7E1-1E5F467C48C3}" type="datetimeFigureOut">
              <a:rPr lang="en-US" smtClean="0"/>
              <a:t>11/6/2025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D381CCE-0E8F-9DF4-BD1C-D380524597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244022A-5412-E466-25B4-3222A013AB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4F3E20-5CD4-4703-A7F7-E6E49793E98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5234989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22219923-C611-ADC2-F73E-ED2AB4D4978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BB9A424-78B0-879B-1B4D-EE122B990D3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D79778D-820E-B5B1-AB95-30915C677A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F987BC-7ED9-4DE4-B7E1-1E5F467C48C3}" type="datetimeFigureOut">
              <a:rPr lang="en-US" smtClean="0"/>
              <a:t>11/6/2025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BD979D5-2EC0-ACB8-F3E6-6CC960830F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3CB6691-2AB1-9270-1CC0-47B0D8EBED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4F3E20-5CD4-4703-A7F7-E6E49793E98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3065501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994D20B-BFED-4300-C29A-FBF443C553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84AEED8-EAA1-16BF-54EB-C3394164356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F4605BE-E69A-3469-AF64-80238001703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6F987BC-7ED9-4DE4-B7E1-1E5F467C48C3}" type="datetimeFigureOut">
              <a:rPr lang="en-US" smtClean="0"/>
              <a:t>11/6/2025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1CD0BB3-B740-58C9-A7E2-F9C47A250A1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D4FBACA-7EEA-0324-8A04-B1B069BC01A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04F3E20-5CD4-4703-A7F7-E6E49793E98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7229886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320CBC-A13C-DA50-12A4-636D4F2095D0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sz="7200" b="1" dirty="0" err="1">
                <a:latin typeface="Cascadia Code ExtraLight" panose="020B0609020000020004" pitchFamily="49" charset="0"/>
                <a:cs typeface="Cascadia Code ExtraLight" panose="020B0609020000020004" pitchFamily="49" charset="0"/>
              </a:rPr>
              <a:t>HimiloGuul</a:t>
            </a:r>
            <a:r>
              <a:rPr lang="en-US" sz="7200" b="1" dirty="0">
                <a:latin typeface="Cascadia Code ExtraLight" panose="020B0609020000020004" pitchFamily="49" charset="0"/>
                <a:cs typeface="Cascadia Code ExtraLight" panose="020B0609020000020004" pitchFamily="49" charset="0"/>
              </a:rPr>
              <a:t> 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EBD09D3-4919-CFA6-C7D1-3C7E1B81DA13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r>
              <a:rPr lang="en-US" sz="4400" b="1" dirty="0"/>
              <a:t>Hands meet, Handshake seals, Harvest blooms, Happiness flows.</a:t>
            </a:r>
          </a:p>
        </p:txBody>
      </p:sp>
    </p:spTree>
    <p:extLst>
      <p:ext uri="{BB962C8B-B14F-4D97-AF65-F5344CB8AC3E}">
        <p14:creationId xmlns:p14="http://schemas.microsoft.com/office/powerpoint/2010/main" val="192550311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B63ABA-D69A-1391-329B-30197B51A3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problem our platform solves or what question answers 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E3B1031-BDB9-E2D6-C2E0-F3D68042268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3200" dirty="0"/>
              <a:t>Mr. Hassan won a lottery of $50,000 and wanted to buy a business where he could earn more and run it successfully. The problem was he didn’t know anyone who was selling a business. One day, he met Samir Ali, the CEO of </a:t>
            </a:r>
            <a:r>
              <a:rPr lang="en-US" sz="3200" dirty="0" err="1"/>
              <a:t>BrightTech</a:t>
            </a:r>
            <a:r>
              <a:rPr lang="en-US" sz="3200" dirty="0"/>
              <a:t> Solutions, who told him about </a:t>
            </a:r>
            <a:r>
              <a:rPr lang="en-US" sz="3200" b="1" dirty="0"/>
              <a:t>“</a:t>
            </a:r>
            <a:r>
              <a:rPr lang="en-US" sz="3200" b="1" dirty="0" err="1"/>
              <a:t>HimiloGuul</a:t>
            </a:r>
            <a:r>
              <a:rPr lang="en-US" sz="3200" b="1" dirty="0"/>
              <a:t>”</a:t>
            </a:r>
            <a:r>
              <a:rPr lang="en-US" sz="3200" dirty="0"/>
              <a:t> — a platform where he could see businesses for sale, contact the owners, and negotiate a deal. This app also answers the question: </a:t>
            </a:r>
            <a:r>
              <a:rPr lang="en-US" sz="3200" i="1" dirty="0"/>
              <a:t>“Where can I find business owners who want to sell their business?”</a:t>
            </a:r>
            <a:endParaRPr lang="en-US" sz="3200" dirty="0"/>
          </a:p>
        </p:txBody>
      </p:sp>
    </p:spTree>
    <p:extLst>
      <p:ext uri="{BB962C8B-B14F-4D97-AF65-F5344CB8AC3E}">
        <p14:creationId xmlns:p14="http://schemas.microsoft.com/office/powerpoint/2010/main" val="66167688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7E2A99-0455-4E75-79F6-73BD7A6959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Core Modules (MVP)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A7CD5D9-89FB-A5D1-606E-875626B7AFC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b="1" dirty="0"/>
              <a:t>✅ 1. Authentication &amp; User Profiles</a:t>
            </a:r>
          </a:p>
          <a:p>
            <a:r>
              <a:rPr lang="en-US" b="1" dirty="0"/>
              <a:t>Goal:</a:t>
            </a:r>
            <a:r>
              <a:rPr lang="en-US" dirty="0"/>
              <a:t> Enable basic access control and identity management.</a:t>
            </a:r>
          </a:p>
          <a:p>
            <a:r>
              <a:rPr lang="en-US" b="1" dirty="0"/>
              <a:t>Core Features:</a:t>
            </a:r>
            <a:endParaRPr lang="en-US" dirty="0"/>
          </a:p>
          <a:p>
            <a:r>
              <a:rPr lang="en-US" dirty="0"/>
              <a:t>Register / Login (Manually or Email-based)</a:t>
            </a:r>
          </a:p>
          <a:p>
            <a:r>
              <a:rPr lang="en-US" dirty="0"/>
              <a:t>Role: </a:t>
            </a:r>
            <a:r>
              <a:rPr lang="en-US" i="1" dirty="0"/>
              <a:t>Buyer</a:t>
            </a:r>
            <a:r>
              <a:rPr lang="en-US" dirty="0"/>
              <a:t>, </a:t>
            </a:r>
            <a:r>
              <a:rPr lang="en-US" i="1" dirty="0"/>
              <a:t>Seller</a:t>
            </a:r>
            <a:r>
              <a:rPr lang="en-US" dirty="0"/>
              <a:t>, </a:t>
            </a:r>
            <a:r>
              <a:rPr lang="en-US" i="1" dirty="0"/>
              <a:t>Admin</a:t>
            </a:r>
            <a:endParaRPr lang="en-US" dirty="0"/>
          </a:p>
          <a:p>
            <a:r>
              <a:rPr lang="en-US" dirty="0"/>
              <a:t>Profile info: name, email, phone, location, about</a:t>
            </a:r>
          </a:p>
          <a:p>
            <a:r>
              <a:rPr lang="en-US" dirty="0"/>
              <a:t>JWT or session-based authentication</a:t>
            </a:r>
          </a:p>
          <a:p>
            <a:r>
              <a:rPr lang="en-US" b="1" dirty="0"/>
              <a:t>Why Phase 1?</a:t>
            </a:r>
            <a:br>
              <a:rPr lang="en-US" dirty="0"/>
            </a:br>
            <a:r>
              <a:rPr lang="en-US" dirty="0"/>
              <a:t>You need a secure foundation — who’s using the app and what they can access.</a:t>
            </a:r>
          </a:p>
        </p:txBody>
      </p:sp>
    </p:spTree>
    <p:extLst>
      <p:ext uri="{BB962C8B-B14F-4D97-AF65-F5344CB8AC3E}">
        <p14:creationId xmlns:p14="http://schemas.microsoft.com/office/powerpoint/2010/main" val="146984610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25710C-1D95-418E-28E9-595A6849B2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Core Modules (MVP)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9129059-0983-2470-B4C8-E757F71DDB7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r>
              <a:rPr lang="en-US" b="1" dirty="0"/>
              <a:t>✅ 2. Business Registration (for Sellers)</a:t>
            </a:r>
          </a:p>
          <a:p>
            <a:r>
              <a:rPr lang="en-US" b="1" dirty="0"/>
              <a:t>Goal:</a:t>
            </a:r>
            <a:r>
              <a:rPr lang="en-US" dirty="0"/>
              <a:t> Allow business owners to list their businesses for sale.</a:t>
            </a:r>
          </a:p>
          <a:p>
            <a:r>
              <a:rPr lang="en-US" b="1" dirty="0"/>
              <a:t>Core Fields:</a:t>
            </a:r>
            <a:endParaRPr lang="en-US" dirty="0"/>
          </a:p>
          <a:p>
            <a:r>
              <a:rPr lang="en-US" dirty="0"/>
              <a:t>Business name</a:t>
            </a:r>
          </a:p>
          <a:p>
            <a:r>
              <a:rPr lang="en-US" dirty="0"/>
              <a:t>Category (restaurant, shop, etc.)</a:t>
            </a:r>
          </a:p>
          <a:p>
            <a:r>
              <a:rPr lang="en-US" dirty="0"/>
              <a:t>Description</a:t>
            </a:r>
          </a:p>
          <a:p>
            <a:r>
              <a:rPr lang="en-US" dirty="0"/>
              <a:t>Asking price</a:t>
            </a:r>
          </a:p>
          <a:p>
            <a:r>
              <a:rPr lang="en-US" dirty="0"/>
              <a:t>Location</a:t>
            </a:r>
          </a:p>
          <a:p>
            <a:r>
              <a:rPr lang="en-US" dirty="0"/>
              <a:t>Contact details</a:t>
            </a:r>
          </a:p>
          <a:p>
            <a:r>
              <a:rPr lang="en-US" dirty="0"/>
              <a:t>Image(s) </a:t>
            </a:r>
          </a:p>
          <a:p>
            <a:r>
              <a:rPr lang="en-US" dirty="0"/>
              <a:t>Status: </a:t>
            </a:r>
            <a:r>
              <a:rPr lang="en-US" i="1" dirty="0"/>
              <a:t>Pending</a:t>
            </a:r>
            <a:r>
              <a:rPr lang="en-US" dirty="0"/>
              <a:t>, </a:t>
            </a:r>
            <a:r>
              <a:rPr lang="en-US" i="1" dirty="0"/>
              <a:t>Approved</a:t>
            </a:r>
            <a:r>
              <a:rPr lang="en-US" dirty="0"/>
              <a:t>, </a:t>
            </a:r>
            <a:r>
              <a:rPr lang="en-US" i="1" dirty="0"/>
              <a:t>Active</a:t>
            </a:r>
            <a:endParaRPr lang="en-US" dirty="0"/>
          </a:p>
          <a:p>
            <a:r>
              <a:rPr lang="en-US" b="1" dirty="0"/>
              <a:t>Why Phase 1?</a:t>
            </a:r>
            <a:br>
              <a:rPr lang="en-US" dirty="0"/>
            </a:br>
            <a:r>
              <a:rPr lang="en-US" dirty="0"/>
              <a:t>This is your platform’s core content — without business listings, there’s nothing to browse.</a:t>
            </a:r>
          </a:p>
        </p:txBody>
      </p:sp>
    </p:spTree>
    <p:extLst>
      <p:ext uri="{BB962C8B-B14F-4D97-AF65-F5344CB8AC3E}">
        <p14:creationId xmlns:p14="http://schemas.microsoft.com/office/powerpoint/2010/main" val="307202479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B6FBFDB-0DE3-9399-BF93-1A39DC335E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477050-3B83-A82D-4798-4EA2D901BD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Core Modules (MVP)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38CD6B6-5516-407D-4B46-A4E15E9A693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b="1" dirty="0"/>
              <a:t>✅ 3. Business Browsing (for Buyers)</a:t>
            </a:r>
          </a:p>
          <a:p>
            <a:r>
              <a:rPr lang="en-US" b="1" dirty="0"/>
              <a:t>Goal:</a:t>
            </a:r>
            <a:r>
              <a:rPr lang="en-US" dirty="0"/>
              <a:t> Allow buyers to explore available businesses.</a:t>
            </a:r>
          </a:p>
          <a:p>
            <a:r>
              <a:rPr lang="en-US" b="1" dirty="0"/>
              <a:t>Core Features:</a:t>
            </a:r>
            <a:endParaRPr lang="en-US" dirty="0"/>
          </a:p>
          <a:p>
            <a:r>
              <a:rPr lang="en-US" dirty="0"/>
              <a:t>View list of active businesses</a:t>
            </a:r>
          </a:p>
          <a:p>
            <a:r>
              <a:rPr lang="en-US" dirty="0"/>
              <a:t>Filter by category or price</a:t>
            </a:r>
          </a:p>
          <a:p>
            <a:r>
              <a:rPr lang="en-US" dirty="0"/>
              <a:t>View details of a single business</a:t>
            </a:r>
          </a:p>
          <a:p>
            <a:r>
              <a:rPr lang="en-US" dirty="0"/>
              <a:t>Contact or “Request to Negotiate” (sends notification/message)</a:t>
            </a:r>
          </a:p>
          <a:p>
            <a:r>
              <a:rPr lang="en-US" b="1" dirty="0"/>
              <a:t>Why Phase 1?</a:t>
            </a:r>
            <a:br>
              <a:rPr lang="en-US" dirty="0"/>
            </a:br>
            <a:r>
              <a:rPr lang="en-US" dirty="0"/>
              <a:t>It’s how buyers discover opportunities — your key value proposition.</a:t>
            </a:r>
          </a:p>
        </p:txBody>
      </p:sp>
    </p:spTree>
    <p:extLst>
      <p:ext uri="{BB962C8B-B14F-4D97-AF65-F5344CB8AC3E}">
        <p14:creationId xmlns:p14="http://schemas.microsoft.com/office/powerpoint/2010/main" val="333126980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4C2D496-2954-B071-A543-FE6633BAE85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446427-05C7-290F-4872-23742B7CFF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Core Modules (MVP)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7EA0D14-9C4B-595B-D082-5879DC0B041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b="1" dirty="0"/>
              <a:t>✅ 4. Basic Negotiation / Contact Module</a:t>
            </a:r>
          </a:p>
          <a:p>
            <a:r>
              <a:rPr lang="en-US" b="1" dirty="0"/>
              <a:t>Goal:</a:t>
            </a:r>
            <a:r>
              <a:rPr lang="en-US" dirty="0"/>
              <a:t> Let buyers and sellers communicate directly (simple version).</a:t>
            </a:r>
          </a:p>
          <a:p>
            <a:r>
              <a:rPr lang="en-US" b="1" dirty="0"/>
              <a:t>Core Features:</a:t>
            </a:r>
            <a:endParaRPr lang="en-US" dirty="0"/>
          </a:p>
          <a:p>
            <a:r>
              <a:rPr lang="en-US" dirty="0"/>
              <a:t>“Contact Seller” button → opens chat or sends message</a:t>
            </a:r>
          </a:p>
          <a:p>
            <a:r>
              <a:rPr lang="en-US" dirty="0"/>
              <a:t>Simple message thread (no real-time chat yet)</a:t>
            </a:r>
          </a:p>
          <a:p>
            <a:r>
              <a:rPr lang="en-US" dirty="0"/>
              <a:t>Admin can view conversation (for trust and safety)</a:t>
            </a:r>
          </a:p>
          <a:p>
            <a:r>
              <a:rPr lang="en-US" b="1" dirty="0"/>
              <a:t>Why Phase 1?</a:t>
            </a:r>
            <a:br>
              <a:rPr lang="en-US" dirty="0"/>
            </a:br>
            <a:r>
              <a:rPr lang="en-US" dirty="0"/>
              <a:t>You’re solving the “how can I reach the owner?” problem directly.</a:t>
            </a:r>
          </a:p>
        </p:txBody>
      </p:sp>
    </p:spTree>
    <p:extLst>
      <p:ext uri="{BB962C8B-B14F-4D97-AF65-F5344CB8AC3E}">
        <p14:creationId xmlns:p14="http://schemas.microsoft.com/office/powerpoint/2010/main" val="134397198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2B1FC6D-6B5A-F4D2-40BE-2CA881C8DC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6D066D-EA9A-CAF9-4B58-655B482835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Core Modules (MVP)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1AF8DEC-80EE-D2BC-C310-581F2A8B365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b="1" dirty="0"/>
              <a:t>✅ 5. Admin Management</a:t>
            </a:r>
          </a:p>
          <a:p>
            <a:r>
              <a:rPr lang="en-US" b="1" dirty="0"/>
              <a:t>Goal:</a:t>
            </a:r>
            <a:r>
              <a:rPr lang="en-US" dirty="0"/>
              <a:t> Ensure quality and trust on the platform.</a:t>
            </a:r>
          </a:p>
          <a:p>
            <a:r>
              <a:rPr lang="en-US" b="1" dirty="0"/>
              <a:t>Core Features:</a:t>
            </a:r>
            <a:endParaRPr lang="en-US" dirty="0"/>
          </a:p>
          <a:p>
            <a:r>
              <a:rPr lang="en-US" dirty="0"/>
              <a:t>View, approve, or reject business listings</a:t>
            </a:r>
          </a:p>
          <a:p>
            <a:r>
              <a:rPr lang="en-US" dirty="0"/>
              <a:t>View users and messages</a:t>
            </a:r>
          </a:p>
          <a:p>
            <a:r>
              <a:rPr lang="en-US" dirty="0"/>
              <a:t>Simple dashboard for managing content</a:t>
            </a:r>
          </a:p>
          <a:p>
            <a:r>
              <a:rPr lang="en-US" b="1" dirty="0"/>
              <a:t>Why Phase 1?</a:t>
            </a:r>
            <a:br>
              <a:rPr lang="en-US" dirty="0"/>
            </a:br>
            <a:r>
              <a:rPr lang="en-US" dirty="0"/>
              <a:t>You need to control what’s published and prevent spam or fake listings.</a:t>
            </a:r>
          </a:p>
        </p:txBody>
      </p:sp>
    </p:spTree>
    <p:extLst>
      <p:ext uri="{BB962C8B-B14F-4D97-AF65-F5344CB8AC3E}">
        <p14:creationId xmlns:p14="http://schemas.microsoft.com/office/powerpoint/2010/main" val="4763598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4CD1E9-77CC-A6C1-721D-0BD7DC254A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⚙️ Phase 1 Tech Summary</a:t>
            </a:r>
            <a:endParaRPr lang="en-US" dirty="0"/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FFFB368E-9B26-7A35-3BFB-05F29CEA6792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861104"/>
              </p:ext>
            </p:extLst>
          </p:nvPr>
        </p:nvGraphicFramePr>
        <p:xfrm>
          <a:off x="838200" y="1592493"/>
          <a:ext cx="10515600" cy="4900378"/>
        </p:xfrm>
        <a:graphic>
          <a:graphicData uri="http://schemas.openxmlformats.org/drawingml/2006/table">
            <a:tbl>
              <a:tblPr/>
              <a:tblGrid>
                <a:gridCol w="5257800">
                  <a:extLst>
                    <a:ext uri="{9D8B030D-6E8A-4147-A177-3AD203B41FA5}">
                      <a16:colId xmlns:a16="http://schemas.microsoft.com/office/drawing/2014/main" val="1949376651"/>
                    </a:ext>
                  </a:extLst>
                </a:gridCol>
                <a:gridCol w="5257800">
                  <a:extLst>
                    <a:ext uri="{9D8B030D-6E8A-4147-A177-3AD203B41FA5}">
                      <a16:colId xmlns:a16="http://schemas.microsoft.com/office/drawing/2014/main" val="106797220"/>
                    </a:ext>
                  </a:extLst>
                </a:gridCol>
              </a:tblGrid>
              <a:tr h="70005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Layer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Tech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15390815"/>
                  </a:ext>
                </a:extLst>
              </a:tr>
              <a:tr h="70005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Frontend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React.js + </a:t>
                      </a:r>
                      <a:r>
                        <a:rPr lang="en-US" dirty="0" err="1"/>
                        <a:t>TailwindCSS</a:t>
                      </a:r>
                      <a:endParaRPr lang="en-US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46420625"/>
                  </a:ext>
                </a:extLst>
              </a:tr>
              <a:tr h="70005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Backend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Node.js + Express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03714696"/>
                  </a:ext>
                </a:extLst>
              </a:tr>
              <a:tr h="70005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Database &amp; ODM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MongoDB and Mongoose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88296293"/>
                  </a:ext>
                </a:extLst>
              </a:tr>
              <a:tr h="70005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Auth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JWT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76030808"/>
                  </a:ext>
                </a:extLst>
              </a:tr>
              <a:tr h="70005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Image Upload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 err="1"/>
                        <a:t>Cloudinary</a:t>
                      </a:r>
                      <a:endParaRPr lang="en-US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3242285"/>
                  </a:ext>
                </a:extLst>
              </a:tr>
              <a:tr h="70005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Deployment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Render / </a:t>
                      </a:r>
                      <a:r>
                        <a:rPr lang="en-US" dirty="0" err="1"/>
                        <a:t>Vercel</a:t>
                      </a:r>
                      <a:r>
                        <a:rPr lang="en-US" dirty="0"/>
                        <a:t> (for MVP)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3464235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22949776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222</TotalTime>
  <Words>521</Words>
  <Application>Microsoft Office PowerPoint</Application>
  <PresentationFormat>Widescreen</PresentationFormat>
  <Paragraphs>66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3" baseType="lpstr">
      <vt:lpstr>Arial</vt:lpstr>
      <vt:lpstr>Calibri</vt:lpstr>
      <vt:lpstr>Calibri Light</vt:lpstr>
      <vt:lpstr>Cascadia Code ExtraLight</vt:lpstr>
      <vt:lpstr>Office Theme</vt:lpstr>
      <vt:lpstr>HimiloGuul </vt:lpstr>
      <vt:lpstr>What problem our platform solves or what question answers ?</vt:lpstr>
      <vt:lpstr>Core Modules (MVP)</vt:lpstr>
      <vt:lpstr>Core Modules (MVP)</vt:lpstr>
      <vt:lpstr>Core Modules (MVP)</vt:lpstr>
      <vt:lpstr>Core Modules (MVP)</vt:lpstr>
      <vt:lpstr>Core Modules (MVP)</vt:lpstr>
      <vt:lpstr>⚙️ Phase 1 Tech Summary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Ahmed A H Dalab</dc:creator>
  <cp:lastModifiedBy>Ahmed A H Dalab</cp:lastModifiedBy>
  <cp:revision>2</cp:revision>
  <dcterms:created xsi:type="dcterms:W3CDTF">2025-11-06T15:43:58Z</dcterms:created>
  <dcterms:modified xsi:type="dcterms:W3CDTF">2025-11-06T19:26:11Z</dcterms:modified>
</cp:coreProperties>
</file>