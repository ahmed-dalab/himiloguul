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7B78-EAB3-9842-958B-4DD8D7DD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212A4-DD4B-0990-7057-C569EFB02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5FFB-2DEF-1B71-BCCA-2CF0F293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4FEB-A941-76D7-71FA-72253520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4C8FA-B069-A797-314D-659EBDF3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5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0920-5F98-9BF0-93CC-DAE807F9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A7CD-F956-2B2F-975D-312FC5013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1679C-4CD5-A829-448F-49BB7644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9589C-2D7D-274B-DBC2-D873B9DE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11ADE-40F8-791E-7620-110AABE4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2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5630-C8DC-EFB7-8F29-2725ADE7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E7F7E-6E1D-3D2F-6EEC-B9DF305D8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AC7EB-78A8-062B-8C34-E81D4EEA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A3D9-F89D-96C3-91B2-D182DE31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53811-3472-E4E4-5424-A0F6DF1C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3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618B-F543-39BE-363E-67565127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5CB7-4058-9355-AC45-3141F8F7F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5BD73-7AA3-79E3-41B7-EDCABE17C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A2E71-DDCD-D2C0-4F11-A23E60BA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DAF97-292E-1C0B-9613-AA7B2FCA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33E5C-4BD5-26C1-8DE7-D399FD44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2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778A-8B80-AE3B-74AE-35A4B931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9FD93-52EF-3B5C-AD92-FC1DAA062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63DF3-504D-2E71-C9E6-009E290B6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3E72F-7729-52E1-A769-6560FAAB9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44766-F9AC-0BCA-5342-D511725B8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06876-2C9E-EB47-9BE5-C19334BF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CBD8A-5910-05DE-D340-D95D277E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953BF-8D8A-DCBF-4098-C9690D5D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2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B8F9-C2A0-A259-629E-854DD6E4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C01F8-348A-2D7D-40F7-76D508BD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ED858-EDC3-3BD5-2198-E7D6BD57B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DA181-EE28-FFBC-2E7F-9F931419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9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2CA2F-9731-0543-C889-6B53325C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26BB2-473D-5A0B-3242-47E1B6E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55E5-7D14-9913-4952-4BDFBBA9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F922-F608-DA76-64C0-9E51AD56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C6878-881B-450A-5219-16322A99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BD0A9-EEDB-EFB9-44C2-6C617573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4287A-125B-4487-CBAB-90C18CB3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43A93-F9DD-32BA-345B-C363A1B4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8F435-285F-D60E-5283-4CEC5859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5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0707-EB7E-72B2-3210-AFBFC321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2ED6B-72AC-3E2F-0CA8-20084600C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813BB-3C84-CF35-84C1-1BF5A894B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E263-BD5C-F304-C849-85545DDD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B8C2E-BE03-A4D1-BD8B-103C2003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5774C-0DA2-AF8E-47EA-2ACBDD0B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AC74-F07A-FC0E-E8D5-D17F3B60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A60BD-6EA3-BAED-A4D0-B04A6372F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91891-C92A-027B-D856-0C963F6B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81CCE-0E8F-9DF4-BD1C-D3805245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022A-5412-E466-25B4-3222A013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19923-C611-ADC2-F73E-ED2AB4D49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9A424-78B0-879B-1B4D-EE122B990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778D-820E-B5B1-AB95-30915C67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979D5-2EC0-ACB8-F3E6-6CC96083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B6691-2AB1-9270-1CC0-47B0D8EB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5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4D20B-BFED-4300-C29A-FBF443C5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AEED8-EAA1-16BF-54EB-C33941643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05BE-E69A-3469-AF64-802380017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987BC-7ED9-4DE4-B7E1-1E5F467C48C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D0BB3-B740-58C9-A7E2-F9C47A250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FBACA-7EEA-0324-8A04-B1B069BC0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9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0CBC-A13C-DA50-12A4-636D4F209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err="1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HimiloGuul</a:t>
            </a:r>
            <a:r>
              <a:rPr lang="en-US" sz="7200" b="1" dirty="0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D09D3-4919-CFA6-C7D1-3C7E1B81DA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Hands meet, Handshake seals, Harvest blooms, Happiness flows.</a:t>
            </a:r>
          </a:p>
        </p:txBody>
      </p:sp>
    </p:spTree>
    <p:extLst>
      <p:ext uri="{BB962C8B-B14F-4D97-AF65-F5344CB8AC3E}">
        <p14:creationId xmlns:p14="http://schemas.microsoft.com/office/powerpoint/2010/main" val="1925503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3ABA-D69A-1391-329B-30197B51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our platform solves or what question answers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1031-BDB9-E2D6-C2E0-F3D680422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Mr. Hassan won a lottery of $50,000 and wanted to buy a business where he could earn more and run it successfully. The problem was he didn’t know anyone who was selling a business. One day, he met Samir Ali, the CEO of </a:t>
            </a:r>
            <a:r>
              <a:rPr lang="en-US" sz="3200" dirty="0" err="1"/>
              <a:t>BrightTech</a:t>
            </a:r>
            <a:r>
              <a:rPr lang="en-US" sz="3200" dirty="0"/>
              <a:t> Solutions, who told him about </a:t>
            </a:r>
            <a:r>
              <a:rPr lang="en-US" sz="3200" b="1" dirty="0"/>
              <a:t>“</a:t>
            </a:r>
            <a:r>
              <a:rPr lang="en-US" sz="3200" b="1" dirty="0" err="1"/>
              <a:t>HimiloGuul</a:t>
            </a:r>
            <a:r>
              <a:rPr lang="en-US" sz="3200" b="1" dirty="0"/>
              <a:t>”</a:t>
            </a:r>
            <a:r>
              <a:rPr lang="en-US" sz="3200" dirty="0"/>
              <a:t> — a platform where he could see businesses for sale, contact the owners, and negotiate a deal. This app also answers the question: </a:t>
            </a:r>
            <a:r>
              <a:rPr lang="en-US" sz="3200" i="1" dirty="0"/>
              <a:t>“Where can I find business owners who want to sell their business?”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6167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2A99-0455-4E75-79F6-73BD7A69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D5D9-89FB-A5D1-606E-875626B7A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✅ 1. Authentication &amp; User Profiles</a:t>
            </a:r>
          </a:p>
          <a:p>
            <a:r>
              <a:rPr lang="en-US" b="1" dirty="0"/>
              <a:t>Goal:</a:t>
            </a:r>
            <a:r>
              <a:rPr lang="en-US" dirty="0"/>
              <a:t> Enable basic access control and identity management.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Register / Login (Manually or Email-based)</a:t>
            </a:r>
          </a:p>
          <a:p>
            <a:r>
              <a:rPr lang="en-US" dirty="0"/>
              <a:t>Role: </a:t>
            </a:r>
            <a:r>
              <a:rPr lang="en-US" i="1" dirty="0"/>
              <a:t>Buyer</a:t>
            </a:r>
            <a:r>
              <a:rPr lang="en-US" dirty="0"/>
              <a:t>, </a:t>
            </a:r>
            <a:r>
              <a:rPr lang="en-US" i="1" dirty="0"/>
              <a:t>Seller</a:t>
            </a:r>
            <a:r>
              <a:rPr lang="en-US" dirty="0"/>
              <a:t>, </a:t>
            </a:r>
            <a:r>
              <a:rPr lang="en-US" i="1" dirty="0"/>
              <a:t>Admin</a:t>
            </a:r>
            <a:endParaRPr lang="en-US" dirty="0"/>
          </a:p>
          <a:p>
            <a:r>
              <a:rPr lang="en-US" dirty="0"/>
              <a:t>Profile info: name, email, phone, location, about</a:t>
            </a:r>
          </a:p>
          <a:p>
            <a:r>
              <a:rPr lang="en-US" dirty="0"/>
              <a:t>JWT or session-based authentication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You need a secure foundation — who’s using the app and what they can access.</a:t>
            </a:r>
          </a:p>
        </p:txBody>
      </p:sp>
    </p:spTree>
    <p:extLst>
      <p:ext uri="{BB962C8B-B14F-4D97-AF65-F5344CB8AC3E}">
        <p14:creationId xmlns:p14="http://schemas.microsoft.com/office/powerpoint/2010/main" val="146984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710C-1D95-418E-28E9-595A6849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9059-0983-2470-B4C8-E757F71DD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✅ 2. Business Registration (for Sellers)</a:t>
            </a:r>
          </a:p>
          <a:p>
            <a:r>
              <a:rPr lang="en-US" b="1" dirty="0"/>
              <a:t>Goal:</a:t>
            </a:r>
            <a:r>
              <a:rPr lang="en-US" dirty="0"/>
              <a:t> Allow business owners to list their businesses for sale.</a:t>
            </a:r>
          </a:p>
          <a:p>
            <a:r>
              <a:rPr lang="en-US" b="1" dirty="0"/>
              <a:t>Core Fields:</a:t>
            </a:r>
            <a:endParaRPr lang="en-US" dirty="0"/>
          </a:p>
          <a:p>
            <a:r>
              <a:rPr lang="en-US" dirty="0"/>
              <a:t>Business name</a:t>
            </a:r>
          </a:p>
          <a:p>
            <a:r>
              <a:rPr lang="en-US" dirty="0"/>
              <a:t>Category (restaurant, shop, etc.)</a:t>
            </a:r>
          </a:p>
          <a:p>
            <a:r>
              <a:rPr lang="en-US" dirty="0"/>
              <a:t>Description</a:t>
            </a:r>
          </a:p>
          <a:p>
            <a:r>
              <a:rPr lang="en-US" dirty="0"/>
              <a:t>Asking price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Contact details</a:t>
            </a:r>
          </a:p>
          <a:p>
            <a:r>
              <a:rPr lang="en-US" dirty="0"/>
              <a:t>Image(s) </a:t>
            </a:r>
          </a:p>
          <a:p>
            <a:r>
              <a:rPr lang="en-US" dirty="0"/>
              <a:t>Status: </a:t>
            </a:r>
            <a:r>
              <a:rPr lang="en-US" i="1" dirty="0"/>
              <a:t>Pending</a:t>
            </a:r>
            <a:r>
              <a:rPr lang="en-US" dirty="0"/>
              <a:t>, </a:t>
            </a:r>
            <a:r>
              <a:rPr lang="en-US" i="1" dirty="0"/>
              <a:t>Approved</a:t>
            </a:r>
            <a:r>
              <a:rPr lang="en-US" dirty="0"/>
              <a:t>, </a:t>
            </a:r>
            <a:r>
              <a:rPr lang="en-US" i="1" dirty="0"/>
              <a:t>Active</a:t>
            </a:r>
            <a:endParaRPr lang="en-US" dirty="0"/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This is your platform’s core content — without business listings, there’s nothing to browse.</a:t>
            </a:r>
          </a:p>
        </p:txBody>
      </p:sp>
    </p:spTree>
    <p:extLst>
      <p:ext uri="{BB962C8B-B14F-4D97-AF65-F5344CB8AC3E}">
        <p14:creationId xmlns:p14="http://schemas.microsoft.com/office/powerpoint/2010/main" val="307202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BFDB-0DE3-9399-BF93-1A39DC33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7050-3B83-A82D-4798-4EA2D901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CD6B6-5516-407D-4B46-A4E15E9A6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✅ 3. Business Browsing (for Buyers)</a:t>
            </a:r>
          </a:p>
          <a:p>
            <a:r>
              <a:rPr lang="en-US" b="1" dirty="0"/>
              <a:t>Goal:</a:t>
            </a:r>
            <a:r>
              <a:rPr lang="en-US" dirty="0"/>
              <a:t> Allow buyers to explore available businesses.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View list of active businesses</a:t>
            </a:r>
          </a:p>
          <a:p>
            <a:r>
              <a:rPr lang="en-US" dirty="0"/>
              <a:t>Filter by category or price</a:t>
            </a:r>
          </a:p>
          <a:p>
            <a:r>
              <a:rPr lang="en-US" dirty="0"/>
              <a:t>View details of a single business</a:t>
            </a:r>
          </a:p>
          <a:p>
            <a:r>
              <a:rPr lang="en-US" dirty="0"/>
              <a:t>Contact or “Request to Negotiate” (sends notification/message)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It’s how buyers discover opportunities — your key value proposition.</a:t>
            </a:r>
          </a:p>
        </p:txBody>
      </p:sp>
    </p:spTree>
    <p:extLst>
      <p:ext uri="{BB962C8B-B14F-4D97-AF65-F5344CB8AC3E}">
        <p14:creationId xmlns:p14="http://schemas.microsoft.com/office/powerpoint/2010/main" val="333126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2D496-2954-B071-A543-FE6633BA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6427-05C7-290F-4872-23742B7C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0D14-9C4B-595B-D082-5879DC0B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✅ 4. Basic Negotiation / Contact Module</a:t>
            </a:r>
          </a:p>
          <a:p>
            <a:r>
              <a:rPr lang="en-US" b="1" dirty="0"/>
              <a:t>Goal:</a:t>
            </a:r>
            <a:r>
              <a:rPr lang="en-US" dirty="0"/>
              <a:t> Let buyers and sellers communicate directly (simple version).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“Contact Seller” button → opens chat or sends message</a:t>
            </a:r>
          </a:p>
          <a:p>
            <a:r>
              <a:rPr lang="en-US" dirty="0"/>
              <a:t>Simple message thread (no real-time chat yet)</a:t>
            </a:r>
          </a:p>
          <a:p>
            <a:r>
              <a:rPr lang="en-US" dirty="0"/>
              <a:t>Admin can view conversation (for trust and safety)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You’re solving the “how can I reach the owner?” problem directly.</a:t>
            </a:r>
          </a:p>
        </p:txBody>
      </p:sp>
    </p:spTree>
    <p:extLst>
      <p:ext uri="{BB962C8B-B14F-4D97-AF65-F5344CB8AC3E}">
        <p14:creationId xmlns:p14="http://schemas.microsoft.com/office/powerpoint/2010/main" val="134397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FC6D-6B5A-F4D2-40BE-2CA881C8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066D-EA9A-CAF9-4B58-655B4828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F8DEC-80EE-D2BC-C310-581F2A8B3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✅ 5. Admin Management</a:t>
            </a:r>
          </a:p>
          <a:p>
            <a:r>
              <a:rPr lang="en-US" b="1" dirty="0"/>
              <a:t>Goal:</a:t>
            </a:r>
            <a:r>
              <a:rPr lang="en-US" dirty="0"/>
              <a:t> Ensure quality and trust on the platform.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View, approve, or reject business listings</a:t>
            </a:r>
          </a:p>
          <a:p>
            <a:r>
              <a:rPr lang="en-US" dirty="0"/>
              <a:t>View users and messages</a:t>
            </a:r>
          </a:p>
          <a:p>
            <a:r>
              <a:rPr lang="en-US" dirty="0"/>
              <a:t>Simple dashboard for managing content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You need to control what’s published and prevent spam or fake listings.</a:t>
            </a:r>
          </a:p>
        </p:txBody>
      </p:sp>
    </p:spTree>
    <p:extLst>
      <p:ext uri="{BB962C8B-B14F-4D97-AF65-F5344CB8AC3E}">
        <p14:creationId xmlns:p14="http://schemas.microsoft.com/office/powerpoint/2010/main" val="4763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D1E9-77CC-A6C1-721D-0BD7DC25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⚙️ Phase 1 Tech 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FB368E-9B26-7A35-3BFB-05F29CEA67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104"/>
              </p:ext>
            </p:extLst>
          </p:nvPr>
        </p:nvGraphicFramePr>
        <p:xfrm>
          <a:off x="838200" y="1592493"/>
          <a:ext cx="10515600" cy="490037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493766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797220"/>
                    </a:ext>
                  </a:extLst>
                </a:gridCol>
              </a:tblGrid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90815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React.js + </a:t>
                      </a:r>
                      <a:r>
                        <a:rPr lang="en-US" dirty="0" err="1"/>
                        <a:t>TailwindCSS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420625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Node.js + Express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714696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 &amp; ODM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MongoDB and Mongoose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96293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30808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Image Upload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Cloudinary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42285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Render / </a:t>
                      </a:r>
                      <a:r>
                        <a:rPr lang="en-US" dirty="0" err="1"/>
                        <a:t>Vercel</a:t>
                      </a:r>
                      <a:r>
                        <a:rPr lang="en-US" dirty="0"/>
                        <a:t> (for MVP)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642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49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11C9-BC2A-FA36-EB72-BBD19836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for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D72E-899F-6398-BE6F-4CE96DACB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👤 User Model: (name, email, password, role, phone, location)</a:t>
            </a:r>
          </a:p>
          <a:p>
            <a:r>
              <a:rPr lang="en-US" b="1" dirty="0"/>
              <a:t>🏢 Business Model: (owner, name, category, description, </a:t>
            </a:r>
            <a:r>
              <a:rPr lang="en-US" b="1" dirty="0" err="1"/>
              <a:t>askingPrice</a:t>
            </a:r>
            <a:r>
              <a:rPr lang="en-US" b="1" dirty="0"/>
              <a:t>, location, </a:t>
            </a:r>
            <a:r>
              <a:rPr lang="en-US" b="1" dirty="0" err="1"/>
              <a:t>contactDetails</a:t>
            </a:r>
            <a:r>
              <a:rPr lang="en-US" b="1" dirty="0"/>
              <a:t>, images, status, </a:t>
            </a:r>
            <a:r>
              <a:rPr lang="en-US" b="1" dirty="0" err="1"/>
              <a:t>isSold</a:t>
            </a:r>
            <a:r>
              <a:rPr lang="en-US" b="1" dirty="0"/>
              <a:t>, )</a:t>
            </a:r>
          </a:p>
          <a:p>
            <a:r>
              <a:rPr lang="en-US" b="1" dirty="0"/>
              <a:t>💬 Conversation / Message Model: (business, buyer, seller, messages)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582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Cascadia Code ExtraLight</vt:lpstr>
      <vt:lpstr>Office Theme</vt:lpstr>
      <vt:lpstr>HimiloGuul </vt:lpstr>
      <vt:lpstr>What problem our platform solves or what question answers ?</vt:lpstr>
      <vt:lpstr>Core Modules (MVP)</vt:lpstr>
      <vt:lpstr>Core Modules (MVP)</vt:lpstr>
      <vt:lpstr>Core Modules (MVP)</vt:lpstr>
      <vt:lpstr>Core Modules (MVP)</vt:lpstr>
      <vt:lpstr>Core Modules (MVP)</vt:lpstr>
      <vt:lpstr>⚙️ Phase 1 Tech Summary</vt:lpstr>
      <vt:lpstr>Models for MVP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 H Dalab</dc:creator>
  <cp:lastModifiedBy>Ahmed A H Dalab</cp:lastModifiedBy>
  <cp:revision>3</cp:revision>
  <dcterms:created xsi:type="dcterms:W3CDTF">2025-11-06T15:43:58Z</dcterms:created>
  <dcterms:modified xsi:type="dcterms:W3CDTF">2025-11-07T07:26:10Z</dcterms:modified>
</cp:coreProperties>
</file>